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34255420929179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表格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hb</cp:lastModifiedBy>
  <cp:revision>9</cp:revision>
  <dcterms:created xsi:type="dcterms:W3CDTF">2026-06-15T02:29:38Z</dcterms:created>
  <dcterms:modified xsi:type="dcterms:W3CDTF">2026-06-15T02:29:38Z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>E619B1524A79767166632F6AD0BD93E5_41</vt:lpwstr>
  </property>
</Properties>
</file>